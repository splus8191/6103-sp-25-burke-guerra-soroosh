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2"/>
    <p:restoredTop sz="94648"/>
  </p:normalViewPr>
  <p:slideViewPr>
    <p:cSldViewPr snapToGrid="0">
      <p:cViewPr varScale="1">
        <p:scale>
          <a:sx n="78" d="100"/>
          <a:sy n="78" d="100"/>
        </p:scale>
        <p:origin x="682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242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2815322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Numerical Features</a:t>
            </a:r>
            <a:endParaRPr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8388668" y="2791534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Categorical (Binary) Features</a:t>
            </a:r>
            <a:endParaRPr dirty="0"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53013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76825" y="387724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76825" y="460440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 dirty="0"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48725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48725" y="3872382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</a:t>
            </a:r>
            <a:endParaRPr lang="en-US" sz="1500" dirty="0">
              <a:solidFill>
                <a:srgbClr val="CCCCCC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34903"/>
            <a:ext cx="451338" cy="2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48725" y="4709079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79378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3" name="Google Shape;133;p15"/>
          <p:cNvSpPr txBox="1"/>
          <p:nvPr/>
        </p:nvSpPr>
        <p:spPr>
          <a:xfrm>
            <a:off x="8848725" y="509476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32;p15">
            <a:extLst>
              <a:ext uri="{FF2B5EF4-FFF2-40B4-BE49-F238E27FC236}">
                <a16:creationId xmlns:a16="http://schemas.microsoft.com/office/drawing/2014/main" id="{76D223B9-854F-7A61-2EB9-3E6D3E05BE46}"/>
              </a:ext>
            </a:extLst>
          </p:cNvPr>
          <p:cNvSpPr txBox="1"/>
          <p:nvPr/>
        </p:nvSpPr>
        <p:spPr>
          <a:xfrm>
            <a:off x="8763000" y="518164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8846C2-D652-07CC-FC37-4845C614B551}"/>
              </a:ext>
            </a:extLst>
          </p:cNvPr>
          <p:cNvSpPr txBox="1"/>
          <p:nvPr/>
        </p:nvSpPr>
        <p:spPr>
          <a:xfrm>
            <a:off x="581025" y="5376418"/>
            <a:ext cx="409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Chip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0.068 fraud ratio</a:t>
            </a:r>
          </a:p>
          <a:p>
            <a:r>
              <a:rPr lang="en-US" b="1" u="sng" dirty="0">
                <a:solidFill>
                  <a:schemeClr val="bg1"/>
                </a:solidFill>
              </a:rPr>
              <a:t>Chip Not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0.111 fraud ratio</a:t>
            </a: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 dirty="0"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1512471421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605A0B-4D20-D525-4D2B-39DDCB452751}"/>
              </a:ext>
            </a:extLst>
          </p:cNvPr>
          <p:cNvSpPr txBox="1"/>
          <p:nvPr/>
        </p:nvSpPr>
        <p:spPr>
          <a:xfrm>
            <a:off x="6667500" y="2757488"/>
            <a:ext cx="463867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5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1569" y="1133475"/>
            <a:ext cx="6728861" cy="55175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4145</TotalTime>
  <Words>732</Words>
  <Application>Microsoft Office PowerPoint</Application>
  <PresentationFormat>Widescreen</PresentationFormat>
  <Paragraphs>104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Calibri</vt:lpstr>
      <vt:lpstr>Urbanist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Guerra</cp:lastModifiedBy>
  <cp:revision>9</cp:revision>
  <dcterms:modified xsi:type="dcterms:W3CDTF">2025-12-02T13:50:59Z</dcterms:modified>
</cp:coreProperties>
</file>