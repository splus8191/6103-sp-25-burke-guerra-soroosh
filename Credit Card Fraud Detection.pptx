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Urbanist" panose="020B0A04040200000203" pitchFamily="34" charset="77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2"/>
    <p:restoredTop sz="94648"/>
  </p:normalViewPr>
  <p:slideViewPr>
    <p:cSldViewPr snapToGrid="0">
      <p:cViewPr varScale="1">
        <p:scale>
          <a:sx n="104" d="100"/>
          <a:sy n="104" d="100"/>
        </p:scale>
        <p:origin x="224" y="2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Features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Binary Features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292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29200" y="392430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29200" y="467677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011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01100" y="3924300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Chip / PIN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43719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8801100" y="437197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81965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801100" y="4819650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Target: Fraud (0/1)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791866"/>
            <a:ext cx="5229225" cy="679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Type Casting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Converted binary columns to int8 for memory efficiency.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Split data 80/20 while maintaining the ratio of fraud cases (Stratify = y).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StandardScaler to continuous variables to normalize distance and price ratios.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6677025" y="2762250"/>
            <a:ext cx="4638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endParaRPr/>
          </a:p>
        </p:txBody>
      </p:sp>
      <p:graphicFrame>
        <p:nvGraphicFramePr>
          <p:cNvPr id="181" name="Google Shape;181;p18"/>
          <p:cNvGraphicFramePr/>
          <p:nvPr/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6300" y="5119687"/>
            <a:ext cx="4638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1102995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1"/>
          <p:cNvSpPr txBox="1"/>
          <p:nvPr/>
        </p:nvSpPr>
        <p:spPr>
          <a:xfrm>
            <a:off x="581025" y="2528887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Area Under the Curve (AUC) measures the ability of the classifier to distinguish between classes.</a:t>
            </a:r>
            <a:endParaRPr/>
          </a:p>
        </p:txBody>
      </p:sp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6482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Importance of Scaling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 was crucial for the Logistic Regression and SVC models to converge, though Tree models were less affected.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stratify=df['fraud'] during the train-test split ensured our validation metrics were reliable and not skewed.</a:t>
            </a:r>
            <a:endParaRPr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116585"/>
            <a:ext cx="11029950" cy="97914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581025" y="467856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88888"/>
                </a:solidFill>
                <a:latin typeface="Urbanist"/>
                <a:ea typeface="Urbanist"/>
                <a:cs typeface="Urbanist"/>
                <a:sym typeface="Urbanist"/>
              </a:rPr>
              <a:t>Next Steps: Hyperparameter tuning and real-time API integration.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715</Words>
  <Application>Microsoft Macintosh PowerPoint</Application>
  <PresentationFormat>Widescreen</PresentationFormat>
  <Paragraphs>98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Urbanist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Armin Parkhideh Soroosh</cp:lastModifiedBy>
  <cp:revision>5</cp:revision>
  <dcterms:modified xsi:type="dcterms:W3CDTF">2025-11-28T22:05:01Z</dcterms:modified>
</cp:coreProperties>
</file>